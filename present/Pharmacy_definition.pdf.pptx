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438400"/>
            <a:ext cx="8382000" cy="1470025"/>
          </a:xfrm>
        </p:spPr>
        <p:txBody>
          <a:bodyPr/>
          <a:lstStyle/>
          <a:p>
            <a:r>
              <a:rPr lang="en-US" dirty="0" smtClean="0"/>
              <a:t>Pharmacy Billing System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0" y="228600"/>
            <a:ext cx="2590800" cy="609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458200" cy="5791200"/>
          </a:xfrm>
        </p:spPr>
        <p:txBody>
          <a:bodyPr/>
          <a:lstStyle/>
          <a:p>
            <a:r>
              <a:rPr lang="en-US" sz="2000" dirty="0" smtClean="0"/>
              <a:t>Pharmacy Management System Know as Pharmacy Information System.</a:t>
            </a:r>
          </a:p>
          <a:p>
            <a:r>
              <a:rPr lang="en-US" sz="2000" dirty="0" smtClean="0"/>
              <a:t>This Desktop Application in java Swing or </a:t>
            </a:r>
            <a:r>
              <a:rPr lang="en-US" sz="2000" dirty="0" err="1" smtClean="0"/>
              <a:t>Awt</a:t>
            </a:r>
            <a:r>
              <a:rPr lang="en-US" sz="2000" dirty="0" smtClean="0"/>
              <a:t> .</a:t>
            </a:r>
          </a:p>
          <a:p>
            <a:r>
              <a:rPr lang="en-US" sz="2000" dirty="0" smtClean="0"/>
              <a:t>In  this application Manage The different type of  medicine Stock(selling stock , Buying stock  , Available stock) , Customer Record , Employee  Details  and  Companies Details.</a:t>
            </a:r>
          </a:p>
          <a:p>
            <a:r>
              <a:rPr lang="en-US" sz="2000" dirty="0" smtClean="0"/>
              <a:t>In this application Generate The bill for customer on selling medicine.</a:t>
            </a:r>
          </a:p>
          <a:p>
            <a:r>
              <a:rPr lang="en-US" sz="2000" dirty="0" smtClean="0"/>
              <a:t>In this application generate Daily , monthly , yearly Report;              </a:t>
            </a:r>
          </a:p>
          <a:p>
            <a:r>
              <a:rPr lang="en-US" sz="2000" dirty="0" smtClean="0"/>
              <a:t>In this  Manage The Payment  on buying  medicine  stock.</a:t>
            </a:r>
          </a:p>
          <a:p>
            <a:r>
              <a:rPr lang="en-US" sz="2000" dirty="0" smtClean="0"/>
              <a:t>Manage the Payment on Selling Medicine stock;</a:t>
            </a:r>
          </a:p>
          <a:p>
            <a:r>
              <a:rPr lang="en-US" sz="2000" dirty="0" smtClean="0"/>
              <a:t>In this application five  modules.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 smtClean="0"/>
              <a:t>inventory Management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 smtClean="0"/>
              <a:t>Sells Management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 smtClean="0"/>
              <a:t>Medicine Management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 smtClean="0"/>
              <a:t>Customer Records </a:t>
            </a:r>
          </a:p>
          <a:p>
            <a:endParaRPr lang="en-US" sz="2400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733800" cy="792162"/>
          </a:xfrm>
        </p:spPr>
        <p:txBody>
          <a:bodyPr>
            <a:normAutofit fontScale="90000"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 smtClean="0"/>
              <a:t>   Inventory Management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09600"/>
            <a:ext cx="8610600" cy="114300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In this module Manage the Daily reports how many medicine is sell ,how many medicine buy and how many medicine is available.</a:t>
            </a:r>
          </a:p>
          <a:p>
            <a:r>
              <a:rPr lang="en-US" sz="2000" dirty="0" smtClean="0"/>
              <a:t>And customer counting ,profit counting;</a:t>
            </a:r>
            <a:endParaRPr lang="en-US" sz="20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1600200"/>
            <a:ext cx="3429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800" dirty="0" smtClean="0">
                <a:latin typeface="+mj-lt"/>
                <a:ea typeface="+mj-ea"/>
                <a:cs typeface="+mj-cs"/>
              </a:rPr>
              <a:t>   Sells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Management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81000" y="2286000"/>
            <a:ext cx="8610600" cy="99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Manage the Daily Selling medicine , daily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payment on selling medicine.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baseline="0" dirty="0" smtClean="0"/>
              <a:t>Manage the Daily</a:t>
            </a:r>
            <a:r>
              <a:rPr lang="en-US" sz="2000" dirty="0" smtClean="0"/>
              <a:t> payment transaction 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81000" y="3733800"/>
            <a:ext cx="86106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000" dirty="0" smtClean="0"/>
              <a:t>Manage The Medicine stock like selling stock ,buying stock ,available stock and required stock.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Manage the medicine expire or not .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3048000"/>
            <a:ext cx="36576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800" dirty="0" smtClean="0">
                <a:latin typeface="+mj-lt"/>
                <a:ea typeface="+mj-ea"/>
                <a:cs typeface="+mj-cs"/>
              </a:rPr>
              <a:t>   Medicine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Management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4800600"/>
            <a:ext cx="33528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800" dirty="0" smtClean="0">
                <a:latin typeface="+mj-lt"/>
                <a:ea typeface="+mj-ea"/>
                <a:cs typeface="+mj-cs"/>
              </a:rPr>
              <a:t>   Customer records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04800" y="5562600"/>
            <a:ext cx="86106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000" dirty="0" smtClean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81000" y="5486400"/>
            <a:ext cx="86106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000" dirty="0" smtClean="0"/>
              <a:t>Manage the Customer records day to day and give the </a:t>
            </a:r>
            <a:r>
              <a:rPr lang="en-US" sz="2000" dirty="0" err="1" smtClean="0"/>
              <a:t>recipte</a:t>
            </a:r>
            <a:r>
              <a:rPr lang="en-US" sz="2000" dirty="0" smtClean="0"/>
              <a:t> on buying medicine.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205</Words>
  <Application>Microsoft Office PowerPoint</Application>
  <PresentationFormat>On-screen Show (4:3)</PresentationFormat>
  <Paragraphs>25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Pharmacy Billing System</vt:lpstr>
      <vt:lpstr>Definition</vt:lpstr>
      <vt:lpstr>   Inventory Management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Pharmacy Management System</dc:title>
  <dc:creator>moin_pc</dc:creator>
  <cp:lastModifiedBy>moin_pc</cp:lastModifiedBy>
  <cp:revision>7</cp:revision>
  <dcterms:created xsi:type="dcterms:W3CDTF">2006-08-16T00:00:00Z</dcterms:created>
  <dcterms:modified xsi:type="dcterms:W3CDTF">2021-10-07T16:45:27Z</dcterms:modified>
</cp:coreProperties>
</file>